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2FD19-73AC-E6FA-CA0A-5AF60CE4F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A9ADE3-D21F-CE04-C502-F9AC5DA17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8E3BC-8D61-6E30-90E4-0265EE95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39832-F377-F0A1-4927-7C81895B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4E0466-A935-585C-B5EA-F24F4323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3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D09E2-A160-2D37-8560-78A03EC5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521BE1-9F0D-8DAA-E519-E189F6181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8A2B0-A5E2-8C4E-2C5A-F89065AB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9BD23-F756-8300-861C-50CFE5F7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54BC6-C42C-BF97-1D32-7248AAC5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84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61D5A-AC26-F43F-DB12-D554D252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FE6054-D27A-3E38-B2C9-BCC46A364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8719B-AC5E-475C-C890-879FF629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E517F-46E2-1657-29AF-C5AE41CB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79B67-5B55-D578-C081-CCDDEE48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92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D5220-3C66-6902-CEDC-4125879E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9E963-D525-FF1A-A20E-164A39F8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D8C6AA-340D-2EAC-79C3-80B12165D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DD6413-408D-567A-2CD4-3B393578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BB9C3-EF72-0926-94AB-D1391D14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81F864-377A-7095-1717-1A5A1F9D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39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4E797-10A5-A79B-636D-BD475CC6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BAA8DC-932D-3EFE-D8C2-07888B8E5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D09C3E-6142-FC3C-94BA-40CB161C9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C7E26C-11C0-3952-D6B4-1F8B4B9E2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501E3D-708D-5F42-06AC-523347A80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870492-1A51-B072-67DB-D26E1B03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4AB3D3-56E7-788C-4570-6EF1D372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053CAE-0E2C-EB90-4C1B-A89022A8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98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B6622-0D9F-12C8-7098-86270BE9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497666-E311-73A0-89B6-3E603309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F50CCC-1016-681B-010B-BA9D4144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2465DD-E044-9422-D653-2E8549CB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9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898054-2540-DD40-FC98-D9B33825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C261D9-3E07-F866-B4C5-61334C14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2C0F9-CEEC-E867-FD8A-81837537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9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86699-57E3-5545-6570-03B44922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A69C7-C74A-CFFF-A41B-7DD06C98B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D213F6-558A-9468-12F8-43017FA45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ADB95D-0E59-D5FE-50F8-885C9CC7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3EC34A-39BF-2B8E-493D-F4E14E9C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051BF-F582-32E9-8FDD-E85AEF6F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80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1BDF9-AC03-4140-BB37-D8B41E7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050606-3D21-3E60-7AAF-375F40AFF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CECAED-032B-C91E-5F07-C2B5888B7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3668DD-DBB3-3B40-611F-C99DE0FA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02A4AD-B459-EFE4-C28C-390C48D9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E51C6E-E276-D4D4-0A99-36E0CA99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38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C4A73-31D5-E749-7719-7D4EC4EF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EE9394-EE2F-2796-CB4F-2482B26A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358B5-9F2C-2CB0-93C1-230B27F7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472A4-00D5-8B4F-313B-D8F69893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3480EC-9B6C-B281-97A4-B064977A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260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848F2B-DBFD-4DD0-4BE8-611AD5344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784245-1372-BFA7-A688-D1575B137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8993B7-2921-BFED-765D-BB30D517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49CCD8-DD4A-7CD8-4A60-A5CA8E51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28024A-31A4-9AE5-C71B-5E138EFD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0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F7D2DA-4AAE-E15F-A5AA-D8FC0AF3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FB839-9E72-C381-4AD1-81343156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92842C-D152-8CEB-EBC1-7EA72B231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D60E1-3D7C-42E5-BBA8-82F93B5AAF43}" type="datetimeFigureOut">
              <a:rPr lang="ko-KR" altLang="en-US" smtClean="0"/>
              <a:t>2022-05-19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77EB8-3A8E-D547-46E4-A3D43D3DB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90139-7B82-0EA4-1ED4-5DB8F211A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9C53-154D-4755-8E82-B6799E129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8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D5D11-63DE-BA7D-E97F-DFF552A28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7654" y="2583994"/>
            <a:ext cx="4936691" cy="1690011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Become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사업</a:t>
            </a:r>
            <a:b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</a:br>
            <a:r>
              <a:rPr lang="ko-KR" altLang="en-US" sz="33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미용실 모음 서비스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B7761A-9AE3-6575-FBF0-15FFE2EA8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5070" y="6440421"/>
            <a:ext cx="3046930" cy="417579"/>
          </a:xfrm>
        </p:spPr>
        <p:txBody>
          <a:bodyPr>
            <a:normAutofit/>
          </a:bodyPr>
          <a:lstStyle/>
          <a:p>
            <a:r>
              <a:rPr lang="ko-KR" altLang="en-US" sz="20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멋사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10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 아기사자 이은지</a:t>
            </a:r>
          </a:p>
        </p:txBody>
      </p:sp>
    </p:spTree>
    <p:extLst>
      <p:ext uri="{BB962C8B-B14F-4D97-AF65-F5344CB8AC3E}">
        <p14:creationId xmlns:p14="http://schemas.microsoft.com/office/powerpoint/2010/main" val="293880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부제목 2">
            <a:extLst>
              <a:ext uri="{FF2B5EF4-FFF2-40B4-BE49-F238E27FC236}">
                <a16:creationId xmlns:a16="http://schemas.microsoft.com/office/drawing/2014/main" id="{205A72AC-E66B-22A4-057A-8C0359EF5337}"/>
              </a:ext>
            </a:extLst>
          </p:cNvPr>
          <p:cNvSpPr txBox="1">
            <a:spLocks/>
          </p:cNvSpPr>
          <p:nvPr/>
        </p:nvSpPr>
        <p:spPr>
          <a:xfrm>
            <a:off x="251593" y="226594"/>
            <a:ext cx="3609473" cy="52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목차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138C5D6-E940-E23F-8EA8-574F31DFEEFF}"/>
              </a:ext>
            </a:extLst>
          </p:cNvPr>
          <p:cNvSpPr txBox="1">
            <a:spLocks/>
          </p:cNvSpPr>
          <p:nvPr/>
        </p:nvSpPr>
        <p:spPr>
          <a:xfrm>
            <a:off x="4192468" y="2720540"/>
            <a:ext cx="3807064" cy="141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유사 서비스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한계 및 문제점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 Business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Canvas</a:t>
            </a:r>
          </a:p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3.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서비스를 생각하게 된 계기</a:t>
            </a:r>
          </a:p>
        </p:txBody>
      </p:sp>
    </p:spTree>
    <p:extLst>
      <p:ext uri="{BB962C8B-B14F-4D97-AF65-F5344CB8AC3E}">
        <p14:creationId xmlns:p14="http://schemas.microsoft.com/office/powerpoint/2010/main" val="395206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부제목 2">
            <a:extLst>
              <a:ext uri="{FF2B5EF4-FFF2-40B4-BE49-F238E27FC236}">
                <a16:creationId xmlns:a16="http://schemas.microsoft.com/office/drawing/2014/main" id="{205A72AC-E66B-22A4-057A-8C0359EF5337}"/>
              </a:ext>
            </a:extLst>
          </p:cNvPr>
          <p:cNvSpPr txBox="1">
            <a:spLocks/>
          </p:cNvSpPr>
          <p:nvPr/>
        </p:nvSpPr>
        <p:spPr>
          <a:xfrm>
            <a:off x="251594" y="226593"/>
            <a:ext cx="2926888" cy="52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미용실 모음 서비스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138C5D6-E940-E23F-8EA8-574F31DFEEFF}"/>
              </a:ext>
            </a:extLst>
          </p:cNvPr>
          <p:cNvSpPr txBox="1">
            <a:spLocks/>
          </p:cNvSpPr>
          <p:nvPr/>
        </p:nvSpPr>
        <p:spPr>
          <a:xfrm>
            <a:off x="2362598" y="938459"/>
            <a:ext cx="1900192" cy="497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유사 서비스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20F9C39-45FD-1D2D-4036-000092C9CD42}"/>
              </a:ext>
            </a:extLst>
          </p:cNvPr>
          <p:cNvSpPr txBox="1">
            <a:spLocks/>
          </p:cNvSpPr>
          <p:nvPr/>
        </p:nvSpPr>
        <p:spPr>
          <a:xfrm>
            <a:off x="7616390" y="938458"/>
            <a:ext cx="2309266" cy="49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한계 및 문제점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9C242E-2792-7A20-FB06-010731F89F0A}"/>
              </a:ext>
            </a:extLst>
          </p:cNvPr>
          <p:cNvGrpSpPr/>
          <p:nvPr/>
        </p:nvGrpSpPr>
        <p:grpSpPr>
          <a:xfrm>
            <a:off x="6689559" y="1605920"/>
            <a:ext cx="4162928" cy="3415257"/>
            <a:chOff x="1715038" y="884320"/>
            <a:chExt cx="6769768" cy="415290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AF70F1B-142C-8E67-37BF-078810FEE3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867" t="57542" r="34606" b="18"/>
            <a:stretch/>
          </p:blipFill>
          <p:spPr>
            <a:xfrm>
              <a:off x="1715038" y="2318084"/>
              <a:ext cx="6769768" cy="27191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00110EC-90B6-38A7-CC87-17FDC08EFE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867" t="18515" r="34606" b="59108"/>
            <a:stretch/>
          </p:blipFill>
          <p:spPr>
            <a:xfrm>
              <a:off x="1715038" y="884320"/>
              <a:ext cx="6769768" cy="1433764"/>
            </a:xfrm>
            <a:prstGeom prst="rect">
              <a:avLst/>
            </a:prstGeom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32940E-0CF2-8092-C728-7FFC0C0C6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60"/>
          <a:stretch/>
        </p:blipFill>
        <p:spPr bwMode="auto">
          <a:xfrm>
            <a:off x="1062790" y="1602270"/>
            <a:ext cx="4162928" cy="341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부제목 2">
            <a:extLst>
              <a:ext uri="{FF2B5EF4-FFF2-40B4-BE49-F238E27FC236}">
                <a16:creationId xmlns:a16="http://schemas.microsoft.com/office/drawing/2014/main" id="{BEEF0FA0-211F-9DA6-8401-57526A3370D5}"/>
              </a:ext>
            </a:extLst>
          </p:cNvPr>
          <p:cNvSpPr txBox="1">
            <a:spLocks/>
          </p:cNvSpPr>
          <p:nvPr/>
        </p:nvSpPr>
        <p:spPr>
          <a:xfrm>
            <a:off x="1097018" y="5414245"/>
            <a:ext cx="4162928" cy="1010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다양한 지역의 미용실을 모아 놓고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선결제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후 방문하는 시스템</a:t>
            </a: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75DC44F0-DB75-CF1E-9681-E2C614670646}"/>
              </a:ext>
            </a:extLst>
          </p:cNvPr>
          <p:cNvSpPr txBox="1">
            <a:spLocks/>
          </p:cNvSpPr>
          <p:nvPr/>
        </p:nvSpPr>
        <p:spPr>
          <a:xfrm>
            <a:off x="6362703" y="5216844"/>
            <a:ext cx="4816640" cy="1405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방문 후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추가금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결제하는 경우가 다반사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이미 서비스를 받은 상황이면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환불 요구하기에도 곤란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437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BBDDA3A-F426-6DCE-CFE3-2F9ABBE83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886256"/>
              </p:ext>
            </p:extLst>
          </p:nvPr>
        </p:nvGraphicFramePr>
        <p:xfrm>
          <a:off x="1168590" y="584073"/>
          <a:ext cx="9854820" cy="5689854"/>
        </p:xfrm>
        <a:graphic>
          <a:graphicData uri="http://schemas.openxmlformats.org/drawingml/2006/table">
            <a:tbl>
              <a:tblPr/>
              <a:tblGrid>
                <a:gridCol w="1970964">
                  <a:extLst>
                    <a:ext uri="{9D8B030D-6E8A-4147-A177-3AD203B41FA5}">
                      <a16:colId xmlns:a16="http://schemas.microsoft.com/office/drawing/2014/main" val="1760513780"/>
                    </a:ext>
                  </a:extLst>
                </a:gridCol>
                <a:gridCol w="1970964">
                  <a:extLst>
                    <a:ext uri="{9D8B030D-6E8A-4147-A177-3AD203B41FA5}">
                      <a16:colId xmlns:a16="http://schemas.microsoft.com/office/drawing/2014/main" val="603558028"/>
                    </a:ext>
                  </a:extLst>
                </a:gridCol>
                <a:gridCol w="1970964">
                  <a:extLst>
                    <a:ext uri="{9D8B030D-6E8A-4147-A177-3AD203B41FA5}">
                      <a16:colId xmlns:a16="http://schemas.microsoft.com/office/drawing/2014/main" val="1404639625"/>
                    </a:ext>
                  </a:extLst>
                </a:gridCol>
                <a:gridCol w="1970964">
                  <a:extLst>
                    <a:ext uri="{9D8B030D-6E8A-4147-A177-3AD203B41FA5}">
                      <a16:colId xmlns:a16="http://schemas.microsoft.com/office/drawing/2014/main" val="3327928015"/>
                    </a:ext>
                  </a:extLst>
                </a:gridCol>
                <a:gridCol w="1970964">
                  <a:extLst>
                    <a:ext uri="{9D8B030D-6E8A-4147-A177-3AD203B41FA5}">
                      <a16:colId xmlns:a16="http://schemas.microsoft.com/office/drawing/2014/main" val="4084035358"/>
                    </a:ext>
                  </a:extLst>
                </a:gridCol>
              </a:tblGrid>
              <a:tr h="217332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핵심 파트너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미용실 업체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핵심 활동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미용실 업체의 정직하게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오픈된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 가격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가치 제안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정확한 가격을 알 수 있는 소비자의 권리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고객 관계</a:t>
                      </a:r>
                    </a:p>
                    <a:p>
                      <a:pPr marL="342900" marR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고객 리뷰 및 업체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  <a:p>
                      <a:pPr marL="342900" marR="0" indent="-34290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이용자 정보 표시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고객과 언제든지 접촉할 수 있게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i="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고객 세그먼트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1.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소심한 고객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2.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합리적인 소비자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3.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미용실 점주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401016"/>
                  </a:ext>
                </a:extLst>
              </a:tr>
              <a:tr h="217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핵심 자원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1.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미용 기술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2.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가격 표시제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(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추가금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 같은 경우 모두 상세히 표시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채널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어플리케이션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미용실 모아 놓는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82957"/>
                  </a:ext>
                </a:extLst>
              </a:tr>
              <a:tr h="108845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비용구조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초기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홍보 비용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운영 비용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중기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: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성장 비용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보완할 점 캐치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수익원</a:t>
                      </a:r>
                      <a:endParaRPr lang="ko-KR" altLang="en-US" sz="1800" b="1" kern="0" spc="0" dirty="0">
                        <a:solidFill>
                          <a:srgbClr val="000000"/>
                        </a:solidFill>
                        <a:effectLst/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PPL,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배달의민족 주아" panose="02020603020101020101" pitchFamily="18" charset="-127"/>
                          <a:ea typeface="배달의민족 주아" panose="02020603020101020101" pitchFamily="18" charset="-127"/>
                        </a:rPr>
                        <a:t>광고 혹은 투자자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6917"/>
                  </a:ext>
                </a:extLst>
              </a:tr>
            </a:tbl>
          </a:graphicData>
        </a:graphic>
      </p:graphicFrame>
      <p:sp>
        <p:nvSpPr>
          <p:cNvPr id="11" name="부제목 2">
            <a:extLst>
              <a:ext uri="{FF2B5EF4-FFF2-40B4-BE49-F238E27FC236}">
                <a16:creationId xmlns:a16="http://schemas.microsoft.com/office/drawing/2014/main" id="{72452079-8D83-F764-87F4-C06FD5D4D930}"/>
              </a:ext>
            </a:extLst>
          </p:cNvPr>
          <p:cNvSpPr txBox="1">
            <a:spLocks/>
          </p:cNvSpPr>
          <p:nvPr/>
        </p:nvSpPr>
        <p:spPr>
          <a:xfrm>
            <a:off x="9145070" y="6440421"/>
            <a:ext cx="3046930" cy="417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멋사 </a:t>
            </a:r>
            <a:r>
              <a:rPr lang="en-US" altLang="ko-KR" sz="20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10</a:t>
            </a:r>
            <a:r>
              <a:rPr lang="ko-KR" altLang="en-US" sz="20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 아기사자 이은지</a:t>
            </a:r>
            <a:endParaRPr lang="ko-KR" altLang="en-US" sz="2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9CAE2298-5129-D35E-9C49-0418DE6ACB20}"/>
              </a:ext>
            </a:extLst>
          </p:cNvPr>
          <p:cNvSpPr txBox="1">
            <a:spLocks/>
          </p:cNvSpPr>
          <p:nvPr/>
        </p:nvSpPr>
        <p:spPr>
          <a:xfrm>
            <a:off x="164832" y="139907"/>
            <a:ext cx="2305654" cy="4441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Business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Canvas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044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부제목 2">
            <a:extLst>
              <a:ext uri="{FF2B5EF4-FFF2-40B4-BE49-F238E27FC236}">
                <a16:creationId xmlns:a16="http://schemas.microsoft.com/office/drawing/2014/main" id="{205A72AC-E66B-22A4-057A-8C0359EF5337}"/>
              </a:ext>
            </a:extLst>
          </p:cNvPr>
          <p:cNvSpPr txBox="1">
            <a:spLocks/>
          </p:cNvSpPr>
          <p:nvPr/>
        </p:nvSpPr>
        <p:spPr>
          <a:xfrm>
            <a:off x="251594" y="226593"/>
            <a:ext cx="2926888" cy="52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미용실 모음 서비스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138C5D6-E940-E23F-8EA8-574F31DFEEFF}"/>
              </a:ext>
            </a:extLst>
          </p:cNvPr>
          <p:cNvSpPr txBox="1">
            <a:spLocks/>
          </p:cNvSpPr>
          <p:nvPr/>
        </p:nvSpPr>
        <p:spPr>
          <a:xfrm>
            <a:off x="251594" y="1363577"/>
            <a:ext cx="3496382" cy="52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서비스를 생각하게 된 계기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FF1D3-0D3C-D7AC-E26D-C40554F81E58}"/>
              </a:ext>
            </a:extLst>
          </p:cNvPr>
          <p:cNvSpPr txBox="1"/>
          <p:nvPr/>
        </p:nvSpPr>
        <p:spPr>
          <a:xfrm>
            <a:off x="251594" y="1890962"/>
            <a:ext cx="9545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예상 외의 지출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비슷한 예시로 헬스장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필라테스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8CA68306-299A-09AA-B9CD-A3F54E46CBF7}"/>
              </a:ext>
            </a:extLst>
          </p:cNvPr>
          <p:cNvSpPr txBox="1">
            <a:spLocks/>
          </p:cNvSpPr>
          <p:nvPr/>
        </p:nvSpPr>
        <p:spPr>
          <a:xfrm>
            <a:off x="251594" y="3064678"/>
            <a:ext cx="3496382" cy="52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우려되는 점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2014F-3CF9-5157-E14B-518D7582ADD1}"/>
              </a:ext>
            </a:extLst>
          </p:cNvPr>
          <p:cNvSpPr txBox="1"/>
          <p:nvPr/>
        </p:nvSpPr>
        <p:spPr>
          <a:xfrm>
            <a:off x="251593" y="3592063"/>
            <a:ext cx="9545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카카오헤어샵처럼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어떻게든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최저가격만 표시하려는 상황이 발생할 수 있음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정부에서도 이러한 상황을 알고 있지만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별다른 기준이 없어 제재하기 힘든 것이 현실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kern="0" dirty="0">
                <a:solidFill>
                  <a:srgbClr val="0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부분만 보완할 수 있다면 완벽한 서비스가 될 것으로 예상</a:t>
            </a: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3B9FD403-F332-8A98-CEF9-E7914BD1BAC4}"/>
              </a:ext>
            </a:extLst>
          </p:cNvPr>
          <p:cNvSpPr txBox="1">
            <a:spLocks/>
          </p:cNvSpPr>
          <p:nvPr/>
        </p:nvSpPr>
        <p:spPr>
          <a:xfrm>
            <a:off x="251593" y="5042778"/>
            <a:ext cx="3496382" cy="52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기대되는 점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BA417-BBC0-19BC-24A6-E46118ACB47E}"/>
              </a:ext>
            </a:extLst>
          </p:cNvPr>
          <p:cNvSpPr txBox="1"/>
          <p:nvPr/>
        </p:nvSpPr>
        <p:spPr>
          <a:xfrm>
            <a:off x="251592" y="5570163"/>
            <a:ext cx="11483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초반에는 업주의 반발이 많겠지만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 입장에서는 합리적인 소비를 위해 이 서비스를 많이 찾을 것이다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수요가 많으면 공급도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많아지기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마련이기에 오히려 영업이 잘 되고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고객과 점수 서로에게 상부상조할 수 있다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57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D5D11-63DE-BA7D-E97F-DFF552A28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9789" y="2821029"/>
            <a:ext cx="4732421" cy="121594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B7761A-9AE3-6575-FBF0-15FFE2EA8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5070" y="6440421"/>
            <a:ext cx="3046930" cy="417579"/>
          </a:xfrm>
        </p:spPr>
        <p:txBody>
          <a:bodyPr>
            <a:normAutofit/>
          </a:bodyPr>
          <a:lstStyle/>
          <a:p>
            <a:r>
              <a:rPr lang="ko-KR" altLang="en-US" sz="20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멋사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10</a:t>
            </a:r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 아기사자 이은지</a:t>
            </a:r>
          </a:p>
        </p:txBody>
      </p:sp>
    </p:spTree>
    <p:extLst>
      <p:ext uri="{BB962C8B-B14F-4D97-AF65-F5344CB8AC3E}">
        <p14:creationId xmlns:p14="http://schemas.microsoft.com/office/powerpoint/2010/main" val="187367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269</Words>
  <Application>Microsoft Office PowerPoint</Application>
  <PresentationFormat>와이드스크린</PresentationFormat>
  <Paragraphs>55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배달의민족 주아</vt:lpstr>
      <vt:lpstr>Arial</vt:lpstr>
      <vt:lpstr>Office 테마</vt:lpstr>
      <vt:lpstr>Become 사업 미용실 모음 서비스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Eunji</dc:creator>
  <cp:lastModifiedBy>Eunji</cp:lastModifiedBy>
  <cp:revision>30</cp:revision>
  <dcterms:created xsi:type="dcterms:W3CDTF">2022-05-19T06:19:36Z</dcterms:created>
  <dcterms:modified xsi:type="dcterms:W3CDTF">2022-05-19T07:49:37Z</dcterms:modified>
</cp:coreProperties>
</file>